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CSS Pre-Processor: SASS/SCSS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SASS/SCSS and Implementing a Practical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the end of this lesson, learners should be able to:</a:t>
            </a:r>
          </a:p>
          <a:p>
            <a:r>
              <a:t>Explain what a CSS preprocessor is</a:t>
            </a:r>
          </a:p>
          <a:p>
            <a:r>
              <a:t>Differentiate between CSS and SASS/SCSS</a:t>
            </a:r>
          </a:p>
          <a:p>
            <a:r>
              <a:t>Use variables, nesting, mixins, and partials</a:t>
            </a:r>
          </a:p>
          <a:p>
            <a:r>
              <a:t>Compile SCSS into CSS</a:t>
            </a:r>
          </a:p>
          <a:p>
            <a:r>
              <a:t>Build a project using SASS/SCSS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CSS Preprocessor?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CSS preprocessor extends CSS with programming features such as:</a:t>
            </a:r>
          </a:p>
          <a:p>
            <a:r>
              <a:t>Variables</a:t>
            </a:r>
          </a:p>
          <a:p>
            <a:r>
              <a:t>Nesting</a:t>
            </a:r>
          </a:p>
          <a:p>
            <a:r>
              <a:t>Functions</a:t>
            </a:r>
          </a:p>
          <a:p>
            <a:r>
              <a:t>Mixins</a:t>
            </a:r>
          </a:p>
          <a:p>
            <a:r>
              <a:t>Partials</a:t>
            </a:r>
          </a:p>
          <a:p>
            <a:r>
              <a:t>Reusable code structures</a:t>
            </a:r>
          </a:p>
          <a:p>
            <a:r>
              <a:t>The code is compiled into standard CSS for browsers.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SASS (Syntactically Awesome Style Sheets) is one of the most popular CSS preprocessors.</a:t>
            </a:r>
          </a:p>
          <a:p>
            <a:r>
              <a:t>Provides additional features not available in plain CSS</a:t>
            </a:r>
          </a:p>
          <a:p>
            <a:r>
              <a:t>Makes stylesheets easier to maintain</a:t>
            </a:r>
          </a:p>
          <a:p>
            <a:r>
              <a:t>Supports two syntaxes: Sass and SCSS</a:t>
            </a:r>
          </a:p>
          <a:p>
            <a:r>
              <a:t>SCSS is the most commonly used syntax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SCSS Syntax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$primary-color: #3498db;</a:t>
            </a:r>
          </a:p>
          <a:p/>
          <a:p>
            <a:r>
              <a:t>body {</a:t>
            </a:r>
          </a:p>
          <a:p>
            <a:r>
              <a:t>  color: $primary-color;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SASS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Variables: Store reusable values such as colors and fonts.</a:t>
            </a:r>
          </a:p>
          <a:p>
            <a:r>
              <a:t>Nesting: Organize related styles together.</a:t>
            </a:r>
          </a:p>
          <a:p>
            <a:r>
              <a:t>Mixins: Reuse groups of styles.</a:t>
            </a:r>
          </a:p>
          <a:p>
            <a:r>
              <a:t>Partials: Split styles into multiple files.</a:t>
            </a:r>
          </a:p>
          <a:p>
            <a:r>
              <a:t>Inheritance: Share styles using @extend.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Compiling SCSS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SASS using Node.js:</a:t>
            </a:r>
          </a:p>
          <a:p>
            <a:r>
              <a:t>npm install -g sass</a:t>
            </a:r>
          </a:p>
          <a:p>
            <a:r>
              <a:t>Compile SCSS to CSS:</a:t>
            </a:r>
          </a:p>
          <a:p>
            <a:r>
              <a:t>sass style.scss style.css</a:t>
            </a:r>
          </a:p>
          <a:p>
            <a:r>
              <a:t>Watch for changes automatically:</a:t>
            </a:r>
          </a:p>
          <a:p>
            <a:r>
              <a:t>sass --watch style.scss style.css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Portfolio Landing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 responsive portfolio page using SCSS.</a:t>
            </a:r>
          </a:p>
          <a:p>
            <a:r>
              <a:t>Variables for colors and fonts</a:t>
            </a:r>
          </a:p>
          <a:p>
            <a:r>
              <a:t>Mixins for reusable styles</a:t>
            </a:r>
          </a:p>
          <a:p>
            <a:r>
              <a:t>Nesting for organized code</a:t>
            </a:r>
          </a:p>
          <a:p>
            <a:r>
              <a:t>Partials for modular structure</a:t>
            </a:r>
          </a:p>
          <a:p>
            <a:r>
              <a:t>Hover effects and responsive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portfolio-project/</a:t>
            </a:r>
          </a:p>
          <a:p>
            <a:r>
              <a:t>├── index.html</a:t>
            </a:r>
          </a:p>
          <a:p>
            <a:r>
              <a:t>├── scss/</a:t>
            </a:r>
          </a:p>
          <a:p>
            <a:r>
              <a:t>│   ├── _variables.scss</a:t>
            </a:r>
          </a:p>
          <a:p>
            <a:r>
              <a:t>│   ├── _mixins.scss</a:t>
            </a:r>
          </a:p>
          <a:p>
            <a:r>
              <a:t>│   ├── _header.scss</a:t>
            </a:r>
          </a:p>
          <a:p>
            <a:r>
              <a:t>│   ├── _footer.scss</a:t>
            </a:r>
          </a:p>
          <a:p>
            <a:r>
              <a:t>│   └── style.scss</a:t>
            </a:r>
          </a:p>
          <a:p>
            <a:r>
              <a:t>└── css/</a:t>
            </a:r>
          </a:p>
          <a:p>
            <a:r>
              <a:t>    └── style.css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Variable and Mixin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$primary-color: #3498db;</a:t>
            </a:r>
          </a:p>
          <a:p/>
          <a:p>
            <a:r>
              <a:t>@mixin button-style {</a:t>
            </a:r>
          </a:p>
          <a:p>
            <a:r>
              <a:t>  padding: 12px 24px;</a:t>
            </a:r>
          </a:p>
          <a:p>
            <a:r>
              <a:t>  border-radius: 5px;</a:t>
            </a:r>
          </a:p>
          <a:p>
            <a:r>
              <a:t>}</a:t>
            </a:r>
          </a:p>
          <a:p/>
          <a:p>
            <a:r>
              <a:t>.btn {</a:t>
            </a:r>
          </a:p>
          <a:p>
            <a:r>
              <a:t>  @include button-style;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of SASS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features:</a:t>
            </a:r>
          </a:p>
          <a:p>
            <a:r>
              <a:t>Variables</a:t>
            </a:r>
          </a:p>
          <a:p>
            <a:r>
              <a:t>Nesting</a:t>
            </a:r>
          </a:p>
          <a:p>
            <a:r>
              <a:t>Mixins</a:t>
            </a:r>
          </a:p>
          <a:p>
            <a:r>
              <a:t>Partials</a:t>
            </a:r>
          </a:p>
          <a:p>
            <a:r>
              <a:t>@use imports</a:t>
            </a:r>
          </a:p>
          <a:p>
            <a:r>
              <a:t>Hover effects</a:t>
            </a:r>
          </a:p>
          <a:p>
            <a:r>
              <a:t>Modular file organization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SASS/SCSS improves CSS development by:</a:t>
            </a:r>
          </a:p>
          <a:p>
            <a:r>
              <a:t>Reducing repetition</a:t>
            </a:r>
          </a:p>
          <a:p>
            <a:r>
              <a:t>Improving organization</a:t>
            </a:r>
          </a:p>
          <a:p>
            <a:r>
              <a:t>Enabling reusable styles</a:t>
            </a:r>
          </a:p>
          <a:p>
            <a:r>
              <a:t>Making large projects easier to maintain</a:t>
            </a:r>
          </a:p>
          <a:p>
            <a:r>
              <a:t>The portfolio project demonstrates practical use of variables, mixins, nesting, and partials.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